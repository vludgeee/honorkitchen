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HonorKitchen / MyProject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Отчёт куратору колледжа: прогресс после демо v0.1</a:t>
            </a:r>
          </a:p>
          <a:p>
            <a:r>
              <a:t>Unreal Engine 5.3 · C++ / Blueprints</a:t>
            </a:r>
          </a:p>
          <a:p>
            <a:r>
              <a:t>Сипатров Владислав Фёдорович — подставь группу при необходимости</a:t>
            </a:r>
          </a:p>
        </p:txBody>
      </p:sp>
      <p:pic>
        <p:nvPicPr>
          <p:cNvPr id="4" name="Picture 3" descr="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2030"/>
                </a:solidFill>
              </a:defRPr>
            </a:pPr>
            <a:r>
              <a:t>Что было на прошлом показе (v0.1-demo)</a:t>
            </a:r>
          </a:p>
        </p:txBody>
      </p:sp>
      <p:pic>
        <p:nvPicPr>
          <p:cNvPr id="3" name="Picture 2" descr="02_sinc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251960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434840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A5A64"/>
                </a:solidFill>
              </a:defRPr>
            </a:pPr>
            <a:r>
              <a:t>По желанию: скрин с прошлой версии или текущего меню.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/>
            </a:pPr>
            <a:r>
              <a:t>Рабочий цикл: меню → раунд → завершение.</a:t>
            </a:r>
          </a:p>
          <a:p>
            <a:pPr>
              <a:spcAft>
                <a:spcPts val="300"/>
              </a:spcAft>
              <a:defRPr sz="1400"/>
            </a:pPr>
            <a:r>
              <a:t>Сильная сторона по отзыву: процедурная генерация уровня (кухня).</a:t>
            </a:r>
          </a:p>
          <a:p>
            <a:pPr>
              <a:spcAft>
                <a:spcPts val="300"/>
              </a:spcAft>
              <a:defRPr sz="1400"/>
            </a:pPr>
            <a:r>
              <a:t>Базовые враги, портал, предметы; зафиксированы задачи на AI и визуал.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2030"/>
                </a:solidFill>
              </a:defRPr>
            </a:pPr>
            <a:r>
              <a:t>Что сделано с прошлого показа</a:t>
            </a:r>
          </a:p>
        </p:txBody>
      </p:sp>
      <p:pic>
        <p:nvPicPr>
          <p:cNvPr id="3" name="Picture 2" descr="05_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251960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434840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A5A64"/>
                </a:solidFill>
              </a:defRPr>
            </a:pPr>
            <a:r>
              <a:t>Скрин процедурной кухни или HUD.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/>
            </a:pPr>
            <a:r>
              <a:t>Генерация кухни: устойчивее топология и спавн, dev-метрики (seed, nav, спавны).</a:t>
            </a:r>
          </a:p>
          <a:p>
            <a:pPr>
              <a:spcAft>
                <a:spcPts val="300"/>
              </a:spcAft>
              <a:defRPr sz="1300"/>
            </a:pPr>
            <a:r>
              <a:t>AI: рефакторинг TomatoSaurusAIController — стабильность состояний, Nav/Direct, watchdog.</a:t>
            </a:r>
          </a:p>
          <a:p>
            <a:pPr>
              <a:spcAft>
                <a:spcPts val="300"/>
              </a:spcAft>
              <a:defRPr sz="1300"/>
            </a:pPr>
            <a:r>
              <a:t>Инвентарь: стаки до 3, хотбар колесом мыши, тест-выдача для отладки.</a:t>
            </a:r>
          </a:p>
          <a:p>
            <a:pPr>
              <a:spcAft>
                <a:spcPts val="300"/>
              </a:spcAft>
              <a:defRPr sz="1300"/>
            </a:pPr>
            <a:r>
              <a:t>Документация: 14-дневный план, регресс-чеклист, журнал багов, инструкция установщика.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2030"/>
                </a:solidFill>
              </a:defRPr>
            </a:pPr>
            <a:r>
              <a:t>Что осталось сделать (честный план)</a:t>
            </a:r>
          </a:p>
        </p:txBody>
      </p:sp>
      <p:pic>
        <p:nvPicPr>
          <p:cNvPr id="3" name="Picture 2" descr="07_enem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251960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434840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A5A64"/>
                </a:solidFill>
              </a:defRPr>
            </a:pPr>
            <a:r>
              <a:t>Скрин врага или проблемного места — по желанию.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/>
            </a:pPr>
            <a:r>
              <a:t>Враги: довести преследование в режиме Chase (на дистанции возможно замирание; Melee стабильнее).</a:t>
            </a:r>
          </a:p>
          <a:p>
            <a:pPr>
              <a:spcAft>
                <a:spcPts val="300"/>
              </a:spcAft>
              <a:defRPr sz="1400"/>
            </a:pPr>
            <a:r>
              <a:t>Визуал: модели врагов и более «живая» карта (мебель/пропсы вместо голого прототипа).</a:t>
            </a:r>
          </a:p>
          <a:p>
            <a:pPr>
              <a:spcAft>
                <a:spcPts val="300"/>
              </a:spcAft>
              <a:defRPr sz="1400"/>
            </a:pPr>
            <a:r>
              <a:t>Дистрибуция: Shipping-сборка + установщик Inno Setup (см. Docs/INSTALLER_BUILD.md).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Инструменты</a:t>
            </a:r>
          </a:p>
        </p:txBody>
      </p:sp>
      <p:pic>
        <p:nvPicPr>
          <p:cNvPr id="3" name="Picture 2" descr="03_ue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416052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566160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Unreal Engine</a:t>
            </a:r>
          </a:p>
        </p:txBody>
      </p:sp>
      <p:pic>
        <p:nvPicPr>
          <p:cNvPr id="5" name="Picture 4" descr="04_v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14400"/>
            <a:ext cx="416052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00600" y="3566160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Visual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84124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/>
            </a:pPr>
            <a:r>
              <a:t>Движок: Unreal Engine 5.3.</a:t>
            </a:r>
          </a:p>
          <a:p>
            <a:pPr>
              <a:spcAft>
                <a:spcPts val="200"/>
              </a:spcAft>
              <a:defRPr sz="1300"/>
            </a:pPr>
            <a:r>
              <a:t>Код: C++ (генератор кухни, AI, геймплей) + Blueprints.</a:t>
            </a:r>
          </a:p>
          <a:p>
            <a:pPr>
              <a:spcAft>
                <a:spcPts val="200"/>
              </a:spcAft>
              <a:defRPr sz="1300"/>
            </a:pPr>
            <a:r>
              <a:t>Сборка: Visual Studio; контроль версий: Git.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2030"/>
                </a:solidFill>
              </a:defRPr>
            </a:pPr>
            <a:r>
              <a:t>Демо для куратора (3–5 минут)</a:t>
            </a:r>
          </a:p>
        </p:txBody>
      </p:sp>
      <p:pic>
        <p:nvPicPr>
          <p:cNvPr id="3" name="Picture 2" descr="06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251960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434840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A5A64"/>
                </a:solidFill>
              </a:defRPr>
            </a:pPr>
            <a:r>
              <a:t>Хотбар или цель на HUD.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/>
            </a:pPr>
            <a:r>
              <a:t>1) Запуск из установщика или папки WindowsNoEditor.</a:t>
            </a:r>
          </a:p>
          <a:p>
            <a:pPr>
              <a:spcAft>
                <a:spcPts val="300"/>
              </a:spcAft>
              <a:defRPr sz="1400"/>
            </a:pPr>
            <a:r>
              <a:t>2) Новая игра — кратко цель: батарейки, портал.</a:t>
            </a:r>
          </a:p>
          <a:p>
            <a:pPr>
              <a:spcAft>
                <a:spcPts val="300"/>
              </a:spcAft>
              <a:defRPr sz="1400"/>
            </a:pPr>
            <a:r>
              <a:t>3) Показать генерацию и один контакт с врагом.</a:t>
            </a:r>
          </a:p>
          <a:p>
            <a:pPr>
              <a:spcAft>
                <a:spcPts val="300"/>
              </a:spcAft>
              <a:defRPr sz="1400"/>
            </a:pPr>
            <a:r>
              <a:t>4) Выход в меню без зависания.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2030"/>
                </a:solidFill>
              </a:defRPr>
            </a:pPr>
            <a:r>
              <a:t>Установочный пакет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4251960" cy="3337560"/>
          </a:xfrm>
          <a:prstGeom prst="rect">
            <a:avLst/>
          </a:prstGeom>
          <a:solidFill>
            <a:srgbClr val="E6E6EB"/>
          </a:solidFill>
          <a:ln>
            <a:solidFill>
              <a:srgbClr val="B4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Нет изображения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/>
            </a:pPr>
            <a:r>
              <a:t>Упаковка: File → Package Project → Windows (64-bit), конфигурация Shipping.</a:t>
            </a:r>
          </a:p>
          <a:p>
            <a:pPr>
              <a:spcAft>
                <a:spcPts val="300"/>
              </a:spcAft>
              <a:defRPr sz="1400"/>
            </a:pPr>
            <a:r>
              <a:t>Установщик: Inno Setup 6, скрипт Tools/InnoSetup_MyProject_Demo.iss.</a:t>
            </a:r>
          </a:p>
          <a:p>
            <a:pPr>
              <a:spcAft>
                <a:spcPts val="300"/>
              </a:spcAft>
              <a:defRPr sz="1400"/>
            </a:pPr>
            <a:r>
              <a:t>На машине куратора: Windows 10/11 x64; при необходимости — VC++ Redistributable x64.</a:t>
            </a:r>
          </a:p>
          <a:p>
            <a:pPr>
              <a:spcAft>
                <a:spcPts val="300"/>
              </a:spcAft>
              <a:defRPr sz="1400"/>
            </a:pPr>
            <a:r>
              <a:t>Подробно: Docs/INSTALLER_BUILD.md и Docs/README_DEMO.txt.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 за внимание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Вопросы?</a:t>
            </a:r>
          </a:p>
          <a:p/>
          <a:p>
            <a:r>
              <a:t>Материалы: Docs/CURATOR_COLLEGE_PRESENTATION.md (текст), этот файл 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